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dfb10135f49f8" /><Relationship Type="http://schemas.openxmlformats.org/officeDocument/2006/relationships/extended-properties" Target="/docProps/app.xml" Id="R83be7229ec4e4265" /><Relationship Type="http://schemas.openxmlformats.org/officeDocument/2006/relationships/officeDocument" Target="/ppt/presentation.xml" Id="Ra5bb61abe097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0da9c9392c4f50"/>
  </p:sldMasterIdLst>
  <p:notesMasterIdLst>
    <p:notesMasterId xmlns:r="http://schemas.openxmlformats.org/officeDocument/2006/relationships" r:id="R7f42d0ef50a5452f"/>
  </p:notesMasterIdLst>
  <p:sldIdLst>
    <p:sldId xmlns:r="http://schemas.openxmlformats.org/officeDocument/2006/relationships" id="256" r:id="R9068efd91e5d4a8e"/>
    <p:sldId xmlns:r="http://schemas.openxmlformats.org/officeDocument/2006/relationships" id="257" r:id="R86e9d81cc65643e4"/>
    <p:sldId xmlns:r="http://schemas.openxmlformats.org/officeDocument/2006/relationships" id="258" r:id="R15540a3c47554898"/>
    <p:sldId xmlns:r="http://schemas.openxmlformats.org/officeDocument/2006/relationships" id="259" r:id="R2d9ff37b49464b1d"/>
    <p:sldId xmlns:r="http://schemas.openxmlformats.org/officeDocument/2006/relationships" id="260" r:id="R7c89c00fe5d34eac"/>
    <p:sldId xmlns:r="http://schemas.openxmlformats.org/officeDocument/2006/relationships" id="261" r:id="R76b572b19a244372"/>
    <p:sldId xmlns:r="http://schemas.openxmlformats.org/officeDocument/2006/relationships" id="262" r:id="Rc4b870fa911f487b"/>
    <p:sldId xmlns:r="http://schemas.openxmlformats.org/officeDocument/2006/relationships" id="263" r:id="Rcd4426b566354978"/>
    <p:sldId xmlns:r="http://schemas.openxmlformats.org/officeDocument/2006/relationships" id="264" r:id="R2529b73cc8a546a0"/>
    <p:sldId xmlns:r="http://schemas.openxmlformats.org/officeDocument/2006/relationships" id="265" r:id="Rc15b7b9b71654bd0"/>
    <p:sldId xmlns:r="http://schemas.openxmlformats.org/officeDocument/2006/relationships" id="266" r:id="Rb83c5caa91a144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804c7fa45f46a9" /><Relationship Type="http://schemas.openxmlformats.org/officeDocument/2006/relationships/slideMaster" Target="/ppt/slideMasters/slideMaster1.xml" Id="R350da9c9392c4f50" /><Relationship Type="http://schemas.openxmlformats.org/officeDocument/2006/relationships/notesMaster" Target="/ppt/notesMasters/notesMaster1.xml" Id="R7f42d0ef50a5452f" /><Relationship Type="http://schemas.openxmlformats.org/officeDocument/2006/relationships/presProps" Target="/ppt/presProps.xml" Id="Rb1dd2a2d31464c6a" /><Relationship Type="http://schemas.openxmlformats.org/officeDocument/2006/relationships/tableStyles" Target="/ppt/tableStyles.xml" Id="Radb943f9e65e4550" /><Relationship Type="http://schemas.openxmlformats.org/officeDocument/2006/relationships/slide" Target="/ppt/slides/slide1.xml" Id="R9068efd91e5d4a8e" /><Relationship Type="http://schemas.openxmlformats.org/officeDocument/2006/relationships/slide" Target="/ppt/slides/slide2.xml" Id="R86e9d81cc65643e4" /><Relationship Type="http://schemas.openxmlformats.org/officeDocument/2006/relationships/slide" Target="/ppt/slides/slide3.xml" Id="R15540a3c47554898" /><Relationship Type="http://schemas.openxmlformats.org/officeDocument/2006/relationships/slide" Target="/ppt/slides/slide4.xml" Id="R2d9ff37b49464b1d" /><Relationship Type="http://schemas.openxmlformats.org/officeDocument/2006/relationships/slide" Target="/ppt/slides/slide5.xml" Id="R7c89c00fe5d34eac" /><Relationship Type="http://schemas.openxmlformats.org/officeDocument/2006/relationships/slide" Target="/ppt/slides/slide6.xml" Id="R76b572b19a244372" /><Relationship Type="http://schemas.openxmlformats.org/officeDocument/2006/relationships/slide" Target="/ppt/slides/slide7.xml" Id="Rc4b870fa911f487b" /><Relationship Type="http://schemas.openxmlformats.org/officeDocument/2006/relationships/slide" Target="/ppt/slides/slide8.xml" Id="Rcd4426b566354978" /><Relationship Type="http://schemas.openxmlformats.org/officeDocument/2006/relationships/slide" Target="/ppt/slides/slide9.xml" Id="R2529b73cc8a546a0" /><Relationship Type="http://schemas.openxmlformats.org/officeDocument/2006/relationships/slide" Target="/ppt/slides/slide10.xml" Id="Rc15b7b9b71654bd0" /><Relationship Type="http://schemas.openxmlformats.org/officeDocument/2006/relationships/slide" Target="/ppt/slides/slide11.xml" Id="Rb83c5caa91a1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82e3485d0b4a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9b1693cce047cf" /><Relationship Type="http://schemas.openxmlformats.org/officeDocument/2006/relationships/notesMaster" Target="/ppt/notesMasters/notesMaster1.xml" Id="Ra641f4256bd8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c192533b7f4e9d" /><Relationship Type="http://schemas.openxmlformats.org/officeDocument/2006/relationships/notesMaster" Target="/ppt/notesMasters/notesMaster1.xml" Id="R4dd5477b71544e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b4fdba00a247ba" /><Relationship Type="http://schemas.openxmlformats.org/officeDocument/2006/relationships/notesMaster" Target="/ppt/notesMasters/notesMaster1.xml" Id="R6841df2fda3c49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dc8065cdb941c6" /><Relationship Type="http://schemas.openxmlformats.org/officeDocument/2006/relationships/notesMaster" Target="/ppt/notesMasters/notesMaster1.xml" Id="R21265d9a430c4e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8bbbc47494497e" /><Relationship Type="http://schemas.openxmlformats.org/officeDocument/2006/relationships/notesMaster" Target="/ppt/notesMasters/notesMaster1.xml" Id="Rab53ec58239047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d3c9ee224c4036" /><Relationship Type="http://schemas.openxmlformats.org/officeDocument/2006/relationships/notesMaster" Target="/ppt/notesMasters/notesMaster1.xml" Id="R80fbeadd354b42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82b691a77241aa" /><Relationship Type="http://schemas.openxmlformats.org/officeDocument/2006/relationships/notesMaster" Target="/ppt/notesMasters/notesMaster1.xml" Id="R52ee0120751a43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853c44e9644110" /><Relationship Type="http://schemas.openxmlformats.org/officeDocument/2006/relationships/notesMaster" Target="/ppt/notesMasters/notesMaster1.xml" Id="Rc0399ebc64a840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97560fb0de449c" /><Relationship Type="http://schemas.openxmlformats.org/officeDocument/2006/relationships/notesMaster" Target="/ppt/notesMasters/notesMaster1.xml" Id="R01e1f8eb1be146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a281d5a20b43fb" /><Relationship Type="http://schemas.openxmlformats.org/officeDocument/2006/relationships/notesMaster" Target="/ppt/notesMasters/notesMaster1.xml" Id="R194d63d535ac4a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68a0d34eea4f64" /><Relationship Type="http://schemas.openxmlformats.org/officeDocument/2006/relationships/notesMaster" Target="/ppt/notesMasters/notesMaster1.xml" Id="R8e63c8042c174a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大家好，今天介绍的项目是 AI 长视频自动生成流水线。</a:t>
            </a:r>
          </a:p>
          <a:p xmlns:a="http://schemas.openxmlformats.org/drawingml/2006/main">
            <a:r>
              <a:t>它面向郑州西亚斯学院 AI+X Vibe Coding 实验班，由深圳智象鲸视科技有限公司作为需求方提出。</a:t>
            </a:r>
          </a:p>
          <a:p xmlns:a="http://schemas.openxmlformats.org/drawingml/2006/main">
            <a:r>
              <a:t>一句话概括：用户输入提示词，系统自动完成分镜、图片、视频和拼接，产出一条 30 分钟以上、可以循环播放的长视频。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先交代背景：这类长视频用于电视屏保，需要长时间播放而且循环点不能有跳变。</a:t>
            </a:r>
          </a:p>
          <a:p xmlns:a="http://schemas.openxmlformats.org/drawingml/2006/main">
            <a:r>
              <a:t>内容主题集中在自然风景、户外、宇宙和极光，画面风格相对统一，适合用模板化的方式批量生产。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现在的问题很直接：人工做一条长视频太慢，很难持续批量产出。</a:t>
            </a:r>
          </a:p>
          <a:p xmlns:a="http://schemas.openxmlformats.org/drawingml/2006/main">
            <a:r>
              <a:t>市面上的 AI 工具大多一次只出 30 秒，用户还得自己把很多片段拼起来，中间没有自动化。</a:t>
            </a:r>
          </a:p>
          <a:p xmlns:a="http://schemas.openxmlformats.org/drawingml/2006/main">
            <a:r>
              <a:t>我们要做的就是把这段重复劳动交给工具。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解决方案是让 AI 承担四类重复工作：生成、编排、验证、检索。</a:t>
            </a:r>
          </a:p>
          <a:p xmlns:a="http://schemas.openxmlformats.org/drawingml/2006/main">
            <a:r>
              <a:t>生成负责批量产出镜头，编排负责拼接配乐，验证负责质检，检索负责让素材和参数可以复用。</a:t>
            </a:r>
          </a:p>
          <a:p xmlns:a="http://schemas.openxmlformats.org/drawingml/2006/main">
            <a:r>
              <a:t>选题和最终发布仍然由人把关。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整条流水线分成四个阶段：分镜、文生图、图生视频、拼接。</a:t>
            </a:r>
          </a:p>
          <a:p xmlns:a="http://schemas.openxmlformats.org/drawingml/2006/main">
            <a:r>
              <a:t>阶段内部全自动并行执行，阶段之间由工作人员点击确认后才进入下一步。</a:t>
            </a:r>
          </a:p>
          <a:p xmlns:a="http://schemas.openxmlformats.org/drawingml/2006/main">
            <a:r>
              <a:t>这样既保留了自动化，又让人能在关键节点把关。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平台上，用户打开网页输入提示词和少量参数，就能生成并预览。</a:t>
            </a:r>
          </a:p>
          <a:p xmlns:a="http://schemas.openxmlformats.org/drawingml/2006/main">
            <a:r>
              <a:t>系统还提供用量统计、模型切换、素材库复用和成片增强，让产出更接近可直接使用的成片。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技术上，前端是一个轻量网页，后端用 FastAPI 加任务队列。</a:t>
            </a:r>
          </a:p>
          <a:p xmlns:a="http://schemas.openxmlformats.org/drawingml/2006/main">
            <a:r>
              <a:t>最关键是 AI 适配层，把编排、文生图、图生视频抽象成统一接口，供应商可以随时替换。</a:t>
            </a:r>
          </a:p>
          <a:p xmlns:a="http://schemas.openxmlformats.org/drawingml/2006/main">
            <a:r>
              <a:t>拼接用 ffmpeg 统一参数，导出后上传到 AWS S3。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验收看两个硬指标。</a:t>
            </a:r>
          </a:p>
          <a:p xmlns:a="http://schemas.openxmlformats.org/drawingml/2006/main">
            <a:r>
              <a:t>第一，端到端成功率要在 90% 以上，单条 30 分钟视频要在 90 分钟内完成。</a:t>
            </a:r>
          </a:p>
          <a:p xmlns:a="http://schemas.openxmlformats.org/drawingml/2006/main">
            <a:r>
              <a:t>第二，内容一次质检通过率要在 85% 以上，循环点不能有明显跳变。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目前的进度是：界面原型全部做完，后端骨架也能跑起来。</a:t>
            </a:r>
          </a:p>
          <a:p xmlns:a="http://schemas.openxmlformats.org/drawingml/2006/main">
            <a:r>
              <a:t>DeepSeek 的分镜已经用真实接口打通，返回的是 AI 生成的镜头提示词。</a:t>
            </a:r>
          </a:p>
          <a:p xmlns:a="http://schemas.openxmlformats.org/drawingml/2006/main">
            <a:r>
              <a:t>下一步等 Seedream 和 Seedance 服务开通，就能把文生图和图生视频接上，跑完整条流水线。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风险集中在三块：质量、版权、违规内容。</a:t>
            </a:r>
          </a:p>
          <a:p xmlns:a="http://schemas.openxmlformats.org/drawingml/2006/main">
            <a:r>
              <a:t>我们的办法是自动质检加人工终审，素材和配乐都登记授权凭证，政治宗教等敏感主题一律不生成。</a:t>
            </a:r>
          </a:p>
          <a:p xmlns:a="http://schemas.openxmlformats.org/drawingml/2006/main">
            <a:r>
              <a:t>同时明确边界，叙事类短视频、人像配音、模型微调这些都不在本轮范围。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团队很精简，1 到 2 人，以 AI 辅助开发为主。</a:t>
            </a:r>
          </a:p>
          <a:p xmlns:a="http://schemas.openxmlformats.org/drawingml/2006/main">
            <a:r>
              <a:t>开发负责用 AI 编程工具把需求做成产品，另一位负责主题和提示词。</a:t>
            </a:r>
          </a:p>
          <a:p xmlns:a="http://schemas.openxmlformats.org/drawingml/2006/main">
            <a:r>
              <a:t>模型调用和算力由学校提供，成果部署到企业环境。</a:t>
            </a:r>
          </a:p>
          <a:p xmlns:a="http://schemas.openxmlformats.org/drawingml/2006/main">
            <a:r>
              <a:t>以上就是项目全貌，谢谢大家。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8c83828fe4d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676f6b58749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48baf984844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0965ee2d24d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60b6c7e2b41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f89e2c19646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4C33BE-F5C3-450F-AEE8-DB0136958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C86506-8541-46B9-A9A3-C5E214F623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67C325-BA2E-441F-890E-72C06F445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0BC815-596E-46AE-BBCB-71D1729A3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E7CD29-E1FC-49D0-A969-F170DC04E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129E46-D20C-4A64-B62B-F9D4C4523A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94DBBC-E1A4-4A6D-AC7D-E6753EFD1F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64187D-5E4B-4CD8-99ED-9C0B08A0A9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D0C0DE-5527-4C00-8F21-2DB3C8247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BE06F4-F009-4A4C-B944-1181C218C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8b2479dc44ec0" /><Relationship Type="http://schemas.openxmlformats.org/officeDocument/2006/relationships/slideLayout" Target="/ppt/slideLayouts/slideLayout1.xml" Id="R9a8c20f7c68f4356" /><Relationship Type="http://schemas.openxmlformats.org/officeDocument/2006/relationships/slideLayout" Target="/ppt/slideLayouts/slideLayout2.xml" Id="R84dd1ed31fd247a9" /><Relationship Type="http://schemas.openxmlformats.org/officeDocument/2006/relationships/slideLayout" Target="/ppt/slideLayouts/slideLayout3.xml" Id="Rfd9abab0f8a640b2" /><Relationship Type="http://schemas.openxmlformats.org/officeDocument/2006/relationships/slideLayout" Target="/ppt/slideLayouts/slideLayout4.xml" Id="R028efaa9bf734489" /><Relationship Type="http://schemas.openxmlformats.org/officeDocument/2006/relationships/slideLayout" Target="/ppt/slideLayouts/slideLayout5.xml" Id="Ra29d5647be2b4c7b" /><Relationship Type="http://schemas.openxmlformats.org/officeDocument/2006/relationships/slideLayout" Target="/ppt/slideLayouts/slideLayout6.xml" Id="R92a10c09f0ab4a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8c20f7c68f4356"/>
    <p:sldLayoutId xmlns:r="http://schemas.openxmlformats.org/officeDocument/2006/relationships" id="2147483650" r:id="R84dd1ed31fd247a9"/>
    <p:sldLayoutId xmlns:r="http://schemas.openxmlformats.org/officeDocument/2006/relationships" id="2147483651" r:id="Rfd9abab0f8a640b2"/>
    <p:sldLayoutId xmlns:r="http://schemas.openxmlformats.org/officeDocument/2006/relationships" id="2147483652" r:id="R028efaa9bf734489"/>
    <p:sldLayoutId xmlns:r="http://schemas.openxmlformats.org/officeDocument/2006/relationships" id="2147483653" r:id="Ra29d5647be2b4c7b"/>
    <p:sldLayoutId xmlns:r="http://schemas.openxmlformats.org/officeDocument/2006/relationships" id="2147483654" r:id="R92a10c09f0ab4a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bbe7e738e40e9" /><Relationship Type="http://schemas.openxmlformats.org/officeDocument/2006/relationships/notesSlide" Target="/ppt/notesSlides/notesSlide1.xml" Id="R966bf3c838584c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cd0dfb38f4304" /><Relationship Type="http://schemas.openxmlformats.org/officeDocument/2006/relationships/notesSlide" Target="/ppt/notesSlides/notesSlide2.xml" Id="R0ac437d05c764b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c61c97a5c4879" /><Relationship Type="http://schemas.openxmlformats.org/officeDocument/2006/relationships/notesSlide" Target="/ppt/notesSlides/notesSlide3.xml" Id="Raac444014eb24f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338f1d29d481b" /><Relationship Type="http://schemas.openxmlformats.org/officeDocument/2006/relationships/notesSlide" Target="/ppt/notesSlides/notesSlide4.xml" Id="Rfadb6ee0b33b42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17074d51b4f6a" /><Relationship Type="http://schemas.openxmlformats.org/officeDocument/2006/relationships/notesSlide" Target="/ppt/notesSlides/notesSlide5.xml" Id="Rebbcf340dac042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033cb7a9548a8" /><Relationship Type="http://schemas.openxmlformats.org/officeDocument/2006/relationships/notesSlide" Target="/ppt/notesSlides/notesSlide6.xml" Id="R81cdc8da9f2e46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b5c72c6514206" /><Relationship Type="http://schemas.openxmlformats.org/officeDocument/2006/relationships/notesSlide" Target="/ppt/notesSlides/notesSlide7.xml" Id="R6a1f1e86510648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90a83710d4d8c" /><Relationship Type="http://schemas.openxmlformats.org/officeDocument/2006/relationships/notesSlide" Target="/ppt/notesSlides/notesSlide8.xml" Id="R316a74a0be4d46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4277e561840c9" /><Relationship Type="http://schemas.openxmlformats.org/officeDocument/2006/relationships/notesSlide" Target="/ppt/notesSlides/notesSlide9.xml" Id="R4b68da426cd844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d23851f554d59" /><Relationship Type="http://schemas.openxmlformats.org/officeDocument/2006/relationships/notesSlide" Target="/ppt/notesSlides/notesSlide10.xml" Id="Rd4836d6d77ac40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f550b39b8494f" /><Relationship Type="http://schemas.openxmlformats.org/officeDocument/2006/relationships/notesSlide" Target="/ppt/notesSlides/notesSlide11.xml" Id="R4dbd052733b14a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D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AFF03-E0F0-4A2B-8FCF-135AE9A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9FC2D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>
                <a:solidFill>
                  <a:srgbClr val="9FC2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9FC2D8"/>
                </a:solidFill>
                <a:latin typeface="Hiragino Sans GB"/>
                <a:ea typeface="Hiragino Sans GB"/>
                <a:cs typeface="Hiragino Sans GB"/>
              </a:rPr>
              <a:t>郑州西亚斯学院 · AI+X Vibe Coding 实验班（二期）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61B1E-7209-42D1-A03E-B10F37F5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AI长视频自动生成流水线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8CB90-02DA-420E-BCFA-0CF93A75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D6E4E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>
                <a:solidFill>
                  <a:srgbClr val="D6E4E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D6E4EE"/>
                </a:solidFill>
                <a:latin typeface="Hiragino Sans GB"/>
                <a:ea typeface="Hiragino Sans GB"/>
                <a:cs typeface="Hiragino Sans GB"/>
              </a:rPr>
              <a:t>从一句提示词，生成 30 分钟可循环的长视频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542F5-D336-45D0-90A1-414B3BEB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9FC2D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>
                <a:solidFill>
                  <a:srgbClr val="9FC2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9FC2D8"/>
                </a:solidFill>
                <a:latin typeface="Hiragino Sans GB"/>
                <a:ea typeface="Hiragino Sans GB"/>
                <a:cs typeface="Hiragino Sans GB"/>
              </a:rPr>
              <a:t>深圳智象鲸视科技有限公司 · 项目负责人 PONKA</a:t>
            </a:r>
          </a:p>
        </p:txBody>
      </p:sp>
    </p:spTree>
    <p:extLst>
      <p:ext uri="{BB962C8B-B14F-4D97-AF65-F5344CB8AC3E}">
        <p14:creationId xmlns:p14="http://schemas.microsoft.com/office/powerpoint/2010/main" val="1413933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8B06F-A1CB-403E-A6E0-BB089D3D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419B1-573F-402E-A87D-D94543CC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为什么需要长视频自动化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A824C-BE70-486A-893D-C0BAF96B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目标用户：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需要长视频的内容制作人员，1 到 2 人即可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使用场景：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Android TV 屏保等循环播放，时长 30 分钟以上，头尾帧自然衔接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主题方向：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自然风景、户外、宇宙、极光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产品形态：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轻量、聚焦的在线平台</a:t>
            </a:r>
          </a:p>
        </p:txBody>
      </p:sp>
    </p:spTree>
    <p:extLst>
      <p:ext uri="{BB962C8B-B14F-4D97-AF65-F5344CB8AC3E}">
        <p14:creationId xmlns:p14="http://schemas.microsoft.com/office/powerpoint/2010/main" val="2124038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6B344-59B1-430B-BDBA-CE35D632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现状与痛点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1B7ED-BC19-4995-BBE7-4821590A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手工制作效率低，缺少自动流程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ED3F2-0DBE-4F17-880C-D76A5E27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长视频主要靠人工制作，找素材、剪辑、配乐、转码，产量低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市面 AI 工具单次只生成约 30 秒片段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缺少把提示词、批量生成、拼接、导出串起来的自动流程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生成效果不便在线调试</a:t>
            </a:r>
          </a:p>
        </p:txBody>
      </p:sp>
    </p:spTree>
    <p:extLst>
      <p:ext uri="{BB962C8B-B14F-4D97-AF65-F5344CB8AC3E}">
        <p14:creationId xmlns:p14="http://schemas.microsoft.com/office/powerpoint/2010/main" val="376456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B6865-4D6E-410C-B0FB-CB93BE0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解决方案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588EB-A9BF-410D-B9BB-327257EF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多 AI 融合的自动流水线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B5729-B6EE-4C40-83C0-F654E0FF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生成：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调用 Seedance 等模型，批量产出带运动镜头的片段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编排：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自动拼接与配乐，控制时长和首尾帧衔接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验证：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自动质检，筛除黑帧、重复、模糊与违规片段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检索：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素材与参数打标，便于后续复用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选题、风格与最终发布由人工决定</a:t>
            </a:r>
          </a:p>
        </p:txBody>
      </p:sp>
    </p:spTree>
    <p:extLst>
      <p:ext uri="{BB962C8B-B14F-4D97-AF65-F5344CB8AC3E}">
        <p14:creationId xmlns:p14="http://schemas.microsoft.com/office/powerpoint/2010/main" val="1638325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6AF0A-2572-4C71-84A5-82DAF924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核心工作流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750B7-EA73-43FC-9CE3-99A3758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四阶段流水线，阶段之间人工确认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B041D-3428-442E-BEB1-D7231C83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S1 分镜：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智能助手按主题拆场景，生成每个镜头的提示词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S2 文生图：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Seedream 并行生成分镜图片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S3 图生视频：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Seedance 并行生成短视频片段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S4 拼接成片：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ffmpeg 归一化、转场、配乐，合成 30 分钟长片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每个阶段之间设置人工确认门</a:t>
            </a:r>
          </a:p>
        </p:txBody>
      </p:sp>
    </p:spTree>
    <p:extLst>
      <p:ext uri="{BB962C8B-B14F-4D97-AF65-F5344CB8AC3E}">
        <p14:creationId xmlns:p14="http://schemas.microsoft.com/office/powerpoint/2010/main" val="1952901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AC139-864E-42B1-B7D5-7F88B189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平台功能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A164-1797-4E89-A450-F6711C71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输入提示词，在线生成与调试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3020B-CA40-4518-A560-2708E74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网页输入提示词与参数，在线调试与实时预览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用量与额度实时统计，模型可替换切换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模板库、提示词库、音频库沉淀复用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成片增强：字幕、旁白、封面、片头片尾、4K 超分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失败重试与诊断、操作日志</a:t>
            </a:r>
          </a:p>
        </p:txBody>
      </p:sp>
    </p:spTree>
    <p:extLst>
      <p:ext uri="{BB962C8B-B14F-4D97-AF65-F5344CB8AC3E}">
        <p14:creationId xmlns:p14="http://schemas.microsoft.com/office/powerpoint/2010/main" val="474692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CE45B-79FF-4C07-9607-33E3A18F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AC8A2-282D-42E2-AF1A-796A810B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轻量前端加可替换的 AI 适配层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B567C-F157-4E48-ADF1-60DEDCB9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前端：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轻量网页原型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后端：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FastAPI 加任务队列加 JSON 持久化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AI 适配层：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DeepSeek 编排、Seedream 文生图、Seedance 图生视频，供应商可替换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拼接与导出：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ffmpeg 参数归一化，统一分辨率、码率、帧率，一键导出到 AWS S3</a:t>
            </a:r>
          </a:p>
        </p:txBody>
      </p:sp>
    </p:spTree>
    <p:extLst>
      <p:ext uri="{BB962C8B-B14F-4D97-AF65-F5344CB8AC3E}">
        <p14:creationId xmlns:p14="http://schemas.microsoft.com/office/powerpoint/2010/main" val="729148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F03BB-D682-4FD2-AE7A-573A8C5C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验收指标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ECAAF-DE78-453E-BA9D-A1C638D9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可验证的成果标准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31FEB-9820-499B-A26C-FC2D249F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端到端自动生成成功率：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连续 10 次至少 9 次成功，占比 90% 以上；单条 30 分钟耗时不超过 90 分钟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内容一次质检通过率：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85% 以上，无黑帧、重复、明显模糊与 NSFW 命中，循环点衔接自然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验证方式：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任务日志、连续生成记录、自动质检报告与人工抽检评分</a:t>
            </a:r>
          </a:p>
        </p:txBody>
      </p:sp>
    </p:spTree>
    <p:extLst>
      <p:ext uri="{BB962C8B-B14F-4D97-AF65-F5344CB8AC3E}">
        <p14:creationId xmlns:p14="http://schemas.microsoft.com/office/powerpoint/2010/main" val="10884697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FAEEC-7EC0-4A0D-853D-E757042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当前进展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F3B9C-3DBC-47DB-912B-66DA3FC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原型与后端骨架已经跑通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A212-29C4-4176-B661-78CAB92B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已完成可点击的 UI 原型，覆盖全部页面与交互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已完成 MVP 后端骨架并跑通，含登录、项目、四阶段状态机、用量记账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DeepSeek 分镜的真实调用已打通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待接通：Seedream 与 Seedance 服务开通后，接入文生图与图生视频</a:t>
            </a:r>
          </a:p>
        </p:txBody>
      </p:sp>
    </p:spTree>
    <p:extLst>
      <p:ext uri="{BB962C8B-B14F-4D97-AF65-F5344CB8AC3E}">
        <p14:creationId xmlns:p14="http://schemas.microsoft.com/office/powerpoint/2010/main" val="1515103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7D544-716D-4D47-BC57-00CD9FE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风险与边界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134B7-F7EB-4300-BC14-182233AD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自动质检加人工终审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F7C2D-748D-48B1-B984-B9B8A562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风险：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生成质量不合格、素材与配乐授权侵权、违规内容外流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应对：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自动质检加人工终审，授权凭证登记，敏感主题一律不生成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本轮不做：</a:t>
            </a: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叙事短视频、人像配音字幕、模型微调、iOS 与 Web 端适配、多语言字幕</a:t>
            </a:r>
          </a:p>
        </p:txBody>
      </p:sp>
    </p:spTree>
    <p:extLst>
      <p:ext uri="{BB962C8B-B14F-4D97-AF65-F5344CB8AC3E}">
        <p14:creationId xmlns:p14="http://schemas.microsoft.com/office/powerpoint/2010/main" val="397525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110AF-4320-43F7-B224-EB5559A1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E7C86"/>
                </a:solidFill>
                <a:latin typeface="Hiragino Sans GB"/>
                <a:ea typeface="Hiragino Sans GB"/>
                <a:cs typeface="Hiragino Sans GB"/>
              </a:rPr>
              <a:t>团队与协作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9C052-2997-4299-87CE-4E9BA611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3D5C"/>
                </a:solidFill>
                <a:latin typeface="Hiragino Sans GB"/>
                <a:ea typeface="Hiragino Sans GB"/>
                <a:cs typeface="Hiragino Sans GB"/>
              </a:rPr>
              <a:t>1 到 2 人，以 AI 辅助开发完成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8C161-E4ED-4D79-AB52-C0CE50B2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744200" cy="478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团队 1 到 2 人：开发 1 名，用 AI 编程工具完成页面、编排、模型调用与拼接转码；内容与提示词 1 名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模型调用 token 由学校侧提供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成果部署到企业 AWS S3</a:t>
            </a:r>
          </a:p>
          <a:p xmlns:a="http://schemas.openxmlformats.org/drawingml/2006/main">
            <a:pPr marL="22" indent="-14">
              <a:lnSpc>
                <a:spcPct val="128000"/>
              </a:lnSpc>
              <a:spcAft>
                <a:spcPts val="14"/>
              </a:spcAft>
              <a:buNone/>
              <a:def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阶段评审与验收采用线上线下结合</a:t>
            </a:r>
          </a:p>
        </p:txBody>
      </p:sp>
    </p:spTree>
    <p:extLst>
      <p:ext uri="{BB962C8B-B14F-4D97-AF65-F5344CB8AC3E}">
        <p14:creationId xmlns:p14="http://schemas.microsoft.com/office/powerpoint/2010/main" val="1458769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2026-10-11T10:50:00.1720000Z</dcterms:created>
  <dcterms:modified xsi:type="dcterms:W3CDTF">2026-10-11T10:50:00.1720000Z</dcterms:modified>
</coreProperties>
</file>